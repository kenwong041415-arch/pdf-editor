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產品簡報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PDF 入面改任何一隻字——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唔使裝軟件、唔使上傳檔案、唔使畀錢。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4526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免上傳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0" y="4526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61C4A"/>
          </a:solidFill>
          <a:ln w="12700">
            <a:solidFill>
              <a:srgbClr val="FFB2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改份 PDF，點解會咁難？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兩個問題，同一個根源：而家啲工具，從來都唔係為「檔案留喺自己部機」而設計。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E276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aler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261" y="24511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1089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畀錢都未必改到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51560" y="37947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Adobe Acrobat Pro——要畀月費/年費——好多真實世界嘅 PDF（掃描表格、政府範本、有內嵌字型嘅文件）都改唔乾淨。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最後淨係剩返「成頁重新打過」呢個做法。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E2761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377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uploadclou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821" y="245114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5120" y="31089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「免費」網上工具，其實唔免費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379476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真正嘅編輯功能通常要訂閱先用到——而且你上載嘅每一份檔案，都會傳去你控制唔到嘅伺服器。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合約、人事資料、客戶資料一旦咁做，隨時洩漏。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由另一個起點開始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只守一條規矩：檔案永遠唔會離開你部機。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20824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lo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026" y="2089770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完全喺瀏覽器入面運作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417320" y="23317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由頭到尾都唔會上傳去任何地方——包括我哋。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54096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cursor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26" y="3123042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5351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Click 任何一隻字就可以直接改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417320" y="3364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或者用 Find &amp; Replace，一次過改晒成份文件入面某段文字。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959352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087368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filetext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6" y="4156314"/>
            <a:ext cx="392460" cy="392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98678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直接沿用 PDF 本身嘅字型、顏色、排版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1417320" y="439826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改完之後睇唔出邊度改過——係「完全一樣」，唔係「差唔多」。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992624"/>
            <a:ext cx="10881360" cy="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120640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globe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26" y="5189586"/>
            <a:ext cx="392460" cy="392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0200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唔使裝、唔使開戶口、唔使訂閱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1417320" y="54315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開個網頁就用得。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唔使信我講，睇實際效果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兩個欄位，直接喺瀏覽器度改。字型一樣、排版一樣、同一份文件。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57984"/>
            <a:ext cx="5376672" cy="1891194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203200" dist="63500" dir="5400000">
              <a:srgbClr val="1E2761">
                <a:alpha val="14000"/>
              </a:srgbClr>
            </a:outerShdw>
          </a:effectLst>
        </p:spPr>
      </p:sp>
      <p:pic>
        <p:nvPicPr>
          <p:cNvPr id="5" name="Image 0" descr="mock_befor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286000"/>
            <a:ext cx="5120640" cy="1635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12233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改之前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36792" y="2157984"/>
            <a:ext cx="5376672" cy="1891194"/>
          </a:xfrm>
          <a:prstGeom prst="roundRect">
            <a:avLst>
              <a:gd name="adj" fmla="val 4835"/>
            </a:avLst>
          </a:prstGeom>
          <a:solidFill>
            <a:srgbClr val="FFFFFF"/>
          </a:solidFill>
          <a:ln w="19050">
            <a:solidFill>
              <a:srgbClr val="FFB238"/>
            </a:solidFill>
            <a:prstDash val="solid"/>
          </a:ln>
          <a:effectLst>
            <a:outerShdw sx="100000" sy="100000" kx="0" ky="0" algn="bl" rotWithShape="0" blurRad="203200" dist="63500" dir="5400000">
              <a:srgbClr val="1E2761">
                <a:alpha val="14000"/>
              </a:srgbClr>
            </a:outerShdw>
          </a:effectLst>
        </p:spPr>
      </p:sp>
      <p:pic>
        <p:nvPicPr>
          <p:cNvPr id="8" name="Image 1" descr="mock_after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286000"/>
            <a:ext cx="5120640" cy="1635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36792" y="4122330"/>
            <a:ext cx="5376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改之後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57316" y="2957277"/>
            <a:ext cx="438912" cy="292608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448809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Status：Pending → Approved  ·  </a:t>
            </a:r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Delivery Date 已更新——兩個編輯都保留咗原本嘅底線同字型。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5091594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96012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14" name="Image 2" descr="icon_che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00" y="537643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字型——完全一樣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58724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17" name="Image 3" descr="icon_chec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620" y="5376430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2732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位置——完全一樣</a:t>
            </a:r>
            <a:endParaRPr lang="en-US" sz="1450" dirty="0"/>
          </a:p>
        </p:txBody>
      </p:sp>
      <p:sp>
        <p:nvSpPr>
          <p:cNvPr id="19" name="Shape 13"/>
          <p:cNvSpPr/>
          <p:nvPr/>
        </p:nvSpPr>
        <p:spPr>
          <a:xfrm>
            <a:off x="8214360" y="5311050"/>
            <a:ext cx="502920" cy="502920"/>
          </a:xfrm>
          <a:prstGeom prst="ellipse">
            <a:avLst/>
          </a:prstGeom>
          <a:solidFill>
            <a:srgbClr val="161C4A"/>
          </a:solidFill>
          <a:ln/>
        </p:spPr>
      </p:sp>
      <p:pic>
        <p:nvPicPr>
          <p:cNvPr id="20" name="Image 4" descr="icon_check_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740" y="5376430"/>
            <a:ext cx="372161" cy="37216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54440" y="5091594"/>
            <a:ext cx="252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顏色——完全一樣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四步搞掂，免安裝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淨係講網站版——用任何主流瀏覽器打開就用得。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1460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globe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9980" y="24885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打開網站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或者直接雙擊離線版檔案。任何主流瀏覽器都用得。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2384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4904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539496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icon_uploadcloud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340" y="248854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4904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拖入你嘅 PDF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4904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即刻載入，檔案唔會離開你部機。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0420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62940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827532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icon_cursor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00" y="2488540"/>
            <a:ext cx="372161" cy="3721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Click 任何一隻字去改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62940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或者用 Find &amp; Replace 一次過改晒成份文件。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84564" y="3813048"/>
            <a:ext cx="164592" cy="237744"/>
          </a:xfrm>
          <a:prstGeom prst="chevron">
            <a:avLst/>
          </a:prstGeom>
          <a:solidFill>
            <a:srgbClr val="FFB238"/>
          </a:solidFill>
          <a:ln/>
        </p:spPr>
      </p:sp>
      <p:sp>
        <p:nvSpPr>
          <p:cNvPr id="25" name="Shape 20"/>
          <p:cNvSpPr/>
          <p:nvPr/>
        </p:nvSpPr>
        <p:spPr>
          <a:xfrm>
            <a:off x="9281160" y="214884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63500" dir="5400000">
              <a:srgbClr val="1E2761">
                <a:alpha val="14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50976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400" dirty="0"/>
          </a:p>
        </p:txBody>
      </p:sp>
      <p:sp>
        <p:nvSpPr>
          <p:cNvPr id="27" name="Shape 22"/>
          <p:cNvSpPr/>
          <p:nvPr/>
        </p:nvSpPr>
        <p:spPr>
          <a:xfrm>
            <a:off x="111556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icon_download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1060" y="2488540"/>
            <a:ext cx="372161" cy="3721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09760" y="3200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Click「下載」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9509760" y="384048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即刻攞到改好嘅 PDF。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數口點計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長期都係咁——冇訂閱、冇逐個用戶收費、冇「試用期完就要畀錢」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161C4A"/>
          </a:solidFill>
          <a:ln w="12700">
            <a:solidFill>
              <a:srgbClr val="3340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913632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Adobe Acrobat Pro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每年約 US$240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53492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每個用戶都要畀——仲未必改到晒所有 PDF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161C4A"/>
          </a:solidFill>
          <a:ln w="12700">
            <a:solidFill>
              <a:srgbClr val="3340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3913632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網上 PDF 編輯器訂閱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799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23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每年約 US$150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07992" y="53492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仲要將檔案放喺人哋伺服器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3657600"/>
            <a:ext cx="3429000" cy="2468880"/>
          </a:xfrm>
          <a:prstGeom prst="roundRect">
            <a:avLst>
              <a:gd name="adj" fmla="val 3704"/>
            </a:avLst>
          </a:prstGeom>
          <a:solidFill>
            <a:srgbClr val="FFB238"/>
          </a:solidFill>
          <a:ln/>
        </p:spPr>
      </p:sp>
      <p:sp>
        <p:nvSpPr>
          <p:cNvPr id="15" name="Text 13"/>
          <p:cNvSpPr/>
          <p:nvPr/>
        </p:nvSpPr>
        <p:spPr>
          <a:xfrm>
            <a:off x="8119872" y="3913632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19872" y="470916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19872" y="5349240"/>
            <a:ext cx="2916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B2E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乜都唔使裝，乜都唔使上傳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而家就試下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打開網站，或者攞個離線版檔案。唔使註冊、唔使試用期、冇陷阱。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91440" cy="91440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45537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為咗嗰啲輸唔起一次洩漏、亦都唔想長期畀月費嘅 team 而設計。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 文字編輯工具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2026-08-06T16:55:21Z</dcterms:created>
  <dcterms:modified xsi:type="dcterms:W3CDTF">2026-08-06T16:55:21Z</dcterms:modified>
</cp:coreProperties>
</file>