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Word Editor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word in a PDF — without installing anything,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uploading anything, without paying anything.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FFB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9464" y="4434840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FFB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4434840"/>
            <a:ext cx="1412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upload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10812" y="4434840"/>
            <a:ext cx="1202436" cy="45720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FFB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0812" y="4434840"/>
            <a:ext cx="1202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a PDF shouldn't be this hard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one root cause: today's tools were never built to keep your document on your own device.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aler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61" y="24511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108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paid tools give up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3749040"/>
            <a:ext cx="4434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Acrobat Pro — a paid subscription — still can't cleanly edit many real-world PDFs: scanned forms, government templates, documents with embedded fonts.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fallback: retype the whole page by hand.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uploadclou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821" y="245114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3108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“Free” online editors aren't free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3749040"/>
            <a:ext cx="4434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editing sits behind a subscription — and every file you touch gets uploaded to a server you don't control.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contracts, HR records, or client data, that's a leak waiting to happen.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starting point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one rule: your file never leaves your device.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lo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026" y="2089770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entirely in your browser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3317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uploaded — not to us, not to anyone.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10881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0540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curso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26" y="3123042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535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any word to edit it in place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7320" y="33649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Find &amp; Replace to change something across the whole document at once.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959352"/>
            <a:ext cx="10881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08736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filetex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6" y="4156314"/>
            <a:ext cx="392460" cy="392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8678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Reuses the PDF's own fonts, colours and layout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17320" y="43982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blend into the page — this is an exact match, not an approximation.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" y="4992624"/>
            <a:ext cx="10881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512064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glob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26" y="5189586"/>
            <a:ext cx="392460" cy="392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02005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install, no account, no subscription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417320" y="54315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web page and go.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it, don't take our word for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fields, edited directly in the browser. Same font. Same spacing. Same document.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57984"/>
            <a:ext cx="5376672" cy="1891194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203200" dist="63500" dir="5400000">
              <a:srgbClr val="1E2761">
                <a:alpha val="14000"/>
              </a:srgbClr>
            </a:outerShdw>
          </a:effectLst>
        </p:spPr>
      </p:sp>
      <p:pic>
        <p:nvPicPr>
          <p:cNvPr id="5" name="Image 0" descr="mock_befor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86000"/>
            <a:ext cx="5120640" cy="1635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2233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36792" y="2157984"/>
            <a:ext cx="5376672" cy="1891194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9050">
            <a:solidFill>
              <a:srgbClr val="FFB238"/>
            </a:solidFill>
            <a:prstDash val="solid"/>
          </a:ln>
          <a:effectLst>
            <a:outerShdw sx="100000" sy="100000" kx="0" ky="0" algn="bl" rotWithShape="0" blurRad="203200" dist="63500" dir="5400000">
              <a:srgbClr val="1E2761">
                <a:alpha val="14000"/>
              </a:srgbClr>
            </a:outerShdw>
          </a:effectLst>
        </p:spPr>
      </p:sp>
      <p:pic>
        <p:nvPicPr>
          <p:cNvPr id="8" name="Image 1" descr="mock_after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286000"/>
            <a:ext cx="5120640" cy="1635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36792" y="412233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957316" y="2957277"/>
            <a:ext cx="438912" cy="292608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448809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→ Approved  ·  </a:t>
            </a:r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 updated — both edits keep the original underline and font.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5091594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960120" y="5311050"/>
            <a:ext cx="502920" cy="5029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14" name="Image 2" descr="icon_che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00" y="537643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5091594"/>
            <a:ext cx="252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 — exact match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587240" y="5311050"/>
            <a:ext cx="502920" cy="5029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17" name="Image 3" descr="icon_chec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620" y="537643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27320" y="5091594"/>
            <a:ext cx="252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— exact match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8214360" y="5311050"/>
            <a:ext cx="502920" cy="5029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20" name="Image 4" descr="icon_che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740" y="5376430"/>
            <a:ext cx="372161" cy="37216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54440" y="5091594"/>
            <a:ext cx="252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— exact match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steps. No install.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version only — open it in any modern browser.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1460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glob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980" y="24885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website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double-click the offline file. Works in any modern browser.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3844" y="3813048"/>
            <a:ext cx="164592" cy="237744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4904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539496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_uploadclou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340" y="2488540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in your PDF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74904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loads instantly and never leaves your device.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04204" y="3813048"/>
            <a:ext cx="164592" cy="237744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62940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827532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icon_curso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00" y="2488540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any word to edit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62940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Find &amp; Replace for changes across the document.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84564" y="3813048"/>
            <a:ext cx="164592" cy="237744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25" name="Shape 20"/>
          <p:cNvSpPr/>
          <p:nvPr/>
        </p:nvSpPr>
        <p:spPr>
          <a:xfrm>
            <a:off x="928116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50976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Shape 22"/>
          <p:cNvSpPr/>
          <p:nvPr/>
        </p:nvSpPr>
        <p:spPr>
          <a:xfrm>
            <a:off x="111556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icon_download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060" y="2488540"/>
            <a:ext cx="372161" cy="3721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0976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Download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50976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edited PDF immediately.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B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— no subscription, no per-seat licence, no trial that expires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161C4A"/>
          </a:solidFill>
          <a:ln w="12700">
            <a:solidFill>
              <a:srgbClr val="3340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913632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Adobe Acrobat Pro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4709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~US$240 / yr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96112" y="5349240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 — and still can't edit every PDF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3657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161C4A"/>
          </a:solidFill>
          <a:ln w="12700">
            <a:solidFill>
              <a:srgbClr val="334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3913632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PDF editor subscriptions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07992" y="4709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~US$150 / yr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507992" y="5349240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your files sit on their servers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3657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B238"/>
          </a:solidFill>
          <a:ln/>
        </p:spPr>
      </p:sp>
      <p:sp>
        <p:nvSpPr>
          <p:cNvPr id="15" name="Text 13"/>
          <p:cNvSpPr/>
          <p:nvPr/>
        </p:nvSpPr>
        <p:spPr>
          <a:xfrm>
            <a:off x="8119872" y="3913632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Word Editor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19872" y="4709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119872" y="5349240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B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install, nothing uploaded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today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website, or grab the single offline file. No sign-up. No trial. No catch.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455371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 who can't afford to leak a document — or a subscription fee.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Word Editor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2026-08-06T16:53:31Z</dcterms:created>
  <dcterms:modified xsi:type="dcterms:W3CDTF">2026-08-06T16:53:31Z</dcterms:modified>
</cp:coreProperties>
</file>